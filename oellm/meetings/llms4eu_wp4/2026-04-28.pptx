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LLMs4EU WP4 — 2026-04-28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**Presenter:** Fabio (David out)</a:t>
            </a:r>
          </a:p>
          <a:p>
            <a:r>
              <a:t>**Slides:** https://docs.google.com/presentation/d/17fm2S4wqtE3fFytk5wfrlrOcI_f1SOqhb_O6QKO4IfU/edit</a:t>
            </a:r>
          </a:p>
          <a:p>
            <a:r>
              <a:t>**References:**</a:t>
            </a:r>
          </a:p>
          <a:p>
            <a:r>
              <a:t>- [multilingual_eu Tracks A–F](https://github.com/ferreirafabio/open-instruct/blob/main/oellm/experiments/multilingual_eu/results/multilingual_eu_results.md)</a:t>
            </a:r>
          </a:p>
          <a:p>
            <a:r>
              <a:t>- [Dolci-Translated SFT (gemma-3-27b)](https://github.com/ferreirafabio/open-instruct/blob/main/oellm/experiments/multilingual_eu/results/dolci_translated_results.md)</a:t>
            </a:r>
          </a:p>
          <a:p>
            <a:r>
              <a:t>- [Datamix-9B Instruct SFT](https://github.com/ferreirafabio/open-instruct/blob/main/oellm/experiments/multilingual_eu/results/datamix_9b_sft_results.md)</a:t>
            </a:r>
          </a:p>
          <a:p>
            <a:r>
              <a:t>- [Qualitative viewer](https://ferreirafabio.github.io/olmo3-multilingual-dolci-sft-progression/)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Where we left off (March)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We had just reproduced </a:t>
            </a:r>
            <a:r>
              <a:rPr b="1" sz="1800"/>
              <a:t>OLMo-3-7B Instruct-SFT</a:t>
            </a:r>
            <a:r>
              <a:rPr b="0" sz="1800"/>
              <a:t> as a controllable starting checkpoint and validated it with LLM-as-a-judge (Qwen3-30B-A3B) through </a:t>
            </a:r>
            <a:r>
              <a:rPr b="1" sz="1800"/>
              <a:t>OpenJury</a:t>
            </a:r>
          </a:p>
          <a:p>
            <a:pPr/>
            <a:r>
              <a:rPr b="0" sz="1800"/>
              <a:t>The plan was to begin </a:t>
            </a:r>
            <a:r>
              <a:rPr b="1" sz="1800"/>
              <a:t>continued SFT on English + EU mixes</a:t>
            </a:r>
            <a:r>
              <a:rPr b="0" sz="1800"/>
              <a:t> (90/80/70 % English) to fix the ~93%-English skew of the Dolci data</a:t>
            </a:r>
          </a:p>
          <a:p>
            <a:pPr/>
            <a:r>
              <a:rPr b="0" sz="1800"/>
              <a:t>Today I'll walk through what came out of that, plus a few new threads that opened up since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Multilingual EU SFT: what we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Replaying the base SFT's own English data is the unlock — it keeps English Elo at the baseline level (~950) instead of letting it collapse to ~770</a:t>
            </a:r>
          </a:p>
          <a:p>
            <a:pPr/>
            <a:r>
              <a:rPr b="0" sz="1800"/>
              <a:t>Across 12 EU languages the sweet spot sits at roughly </a:t>
            </a:r>
            <a:r>
              <a:rPr b="1" sz="1800"/>
              <a:t>75% English / 25% EU</a:t>
            </a:r>
            <a:r>
              <a:rPr b="0" sz="1800"/>
              <a:t>; pushing all the way to pure-EU collapses both English *and* EU performance</a:t>
            </a:r>
          </a:p>
          <a:p>
            <a:pPr/>
            <a:r>
              <a:rPr b="0" sz="1800"/>
              <a:t>Continued SFT itself causes English forgetting — even a 100%-English continued-SFT run with no EU data at all still drops English Elo</a:t>
            </a:r>
          </a:p>
          <a:p>
            <a:pPr/>
            <a:r>
              <a:rPr b="0" sz="1800"/>
              <a:t>Cross-lingual transfer is script-dependent: Romanian (held-out, Latin script) transfers cleanly, while Greek does not</a:t>
            </a:r>
          </a:p>
          <a:p>
            <a:pPr/>
            <a:r>
              <a:rPr b="0" sz="1800"/>
              <a:t>The bottom line is that the *source* of the English replay matters more than the exact English/EU ratio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Dolci-Translated SFT (the headline win)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On gemma-3-27b-it translations of Dolci into 7 EU languages, two matched-compute runs show that a </a:t>
            </a:r>
            <a:r>
              <a:rPr b="1" sz="1800"/>
              <a:t>75/25 English-to-translated mix preserves English at baseline while lifting non-English Elo from 697 to 755</a:t>
            </a:r>
            <a:r>
              <a:rPr b="0" sz="1800"/>
              <a:t>, and the more aggressive 25/75 mix wins on most non-English (notably Finnish, +125 over baseline) at a ~37-point English cost</a:t>
            </a:r>
          </a:p>
          <a:p>
            <a:pPr/>
            <a:r>
              <a:rPr b="0" sz="1800"/>
              <a:t>Next: quality-filter the translated pool, then run the Think-SFT analogue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 — Qualitative viewer for the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Public site at https://ferreirafabio.github.io/olmo3-multilingual-dolci-sft-progression/ shows side-by-side completions across 12 checkpoints (base, SFT baseline, and five intermediates each from the 75-en and 25-en runs), 7 EU languages, and 698 LMArena prompts stratified across 9 LMArena category tags (math, instruction-following, creativity, …)</a:t>
            </a:r>
          </a:p>
          <a:p>
            <a:pPr/>
            <a:r>
              <a:rPr b="0" sz="1800"/>
              <a:t>A single slider scrubs training progression in lockstep across the two SFT runs, and category-filter pills plus a dark/light theme make it easy to drill into specific behaviours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 — Datamix-9B Instruct SFT (OpenEuroLLM 9B alpha)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We applied the same 75/25 SFT recipe to the </a:t>
            </a:r>
            <a:r>
              <a:rPr b="1" sz="1800"/>
              <a:t>OpenEuroLLM 9B alpha</a:t>
            </a:r>
            <a:r>
              <a:rPr b="0" sz="1800"/>
              <a:t> (`datamix-9b-80-20`, a Llama-architecture model with a Gemma tokenizer, pretrained on 4B tokens with an 80/20 English/multilingual mix), judged with Qwen3.5-27B at 500 battles per language</a:t>
            </a:r>
          </a:p>
          <a:p>
            <a:pPr/>
            <a:r>
              <a:rPr b="0" sz="1800"/>
              <a:t>At matched context length, Datamix-9B </a:t>
            </a:r>
            <a:r>
              <a:rPr b="1" sz="1800"/>
              <a:t>beats our OLMo 75/25 on most non-English languages</a:t>
            </a:r>
            <a:r>
              <a:rPr b="0" sz="1800"/>
              <a:t> — most strikingly on Czech, where it sets the highest non-English Elo we've measured to date — confirming that the multilingual pretraining mix carries through into post-training; English still lags, primarily because of the alpha's 2048-token context limit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 — JudgeArena (NeurIPS)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JudgeArena is our open-source framework for LLM-as-a-judge evaluation; it now unifies AlpacaEval, Arena-Hard v0.1/v2.0, MT-Bench, and </a:t>
            </a:r>
            <a:r>
              <a:rPr b="1" sz="1800"/>
              <a:t>m-Arena-Hard v0.1/v2.0</a:t>
            </a:r>
            <a:r>
              <a:rPr b="0" sz="1800"/>
              <a:t> (23 languages) behind a single interface, with any vLLM / llama.cpp / OpenRouter model usable as either contestant or judge and full reproducibility metadata logged for every run</a:t>
            </a:r>
          </a:p>
          <a:p>
            <a:pPr/>
            <a:r>
              <a:rPr b="0" sz="1800"/>
              <a:t>Our </a:t>
            </a:r>
            <a:r>
              <a:rPr b="1" sz="1800"/>
              <a:t>tuned open-weight judges</a:t>
            </a:r>
            <a:r>
              <a:rPr b="0" sz="1800"/>
              <a:t> match closed-model judges in meta-evaluations against human-preference data, both in English and multilingual settings, removing the need to depend on proprietary judges for headline numbers</a:t>
            </a:r>
          </a:p>
          <a:p>
            <a:pPr/>
            <a:r>
              <a:rPr b="0" sz="1800"/>
              <a:t>A new </a:t>
            </a:r>
            <a:r>
              <a:rPr b="1" sz="1800"/>
              <a:t>simulated LMArena Elo</a:t>
            </a:r>
            <a:r>
              <a:rPr b="0" sz="1800"/>
              <a:t> mode combines existing human annotations with an LLM-judge evaluation of a target model and reproduces actual LMArena Elo to within a small per-model error (leave-one-out over 20 models), giving us a low-cost stand-in for full human arena evaluation</a:t>
            </a:r>
          </a:p>
          <a:p>
            <a:pPr/>
            <a:r>
              <a:rPr b="0" sz="1800"/>
              <a:t>A </a:t>
            </a:r>
            <a:r>
              <a:rPr b="1" sz="1800"/>
              <a:t>fluency-completion</a:t>
            </a:r>
            <a:r>
              <a:rPr b="0" sz="1800"/>
              <a:t> mode now lets us evaluate *base* models (no chat template required) in Finnish, French, German, Spanish and Swedish — useful for the EuroLLM pretrained checkpoints</a:t>
            </a:r>
          </a:p>
          <a:p>
            <a:pPr/>
            <a:r>
              <a:rPr b="0" sz="1800"/>
              <a:t>All the numbers in this update were produced through this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