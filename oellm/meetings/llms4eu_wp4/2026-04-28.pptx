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LLMs4EU WP4 — 2026-04-28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**Presenter:** Fabio (David out)</a:t>
            </a:r>
          </a:p>
          <a:p>
            <a:r>
              <a:t>**Slides:** https://docs.google.com/presentation/d/17fm2S4wqtE3fFytk5wfrlrOcI_f1SOqhb_O6QKO4IfU/edit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—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sz="1800"/>
              <a:t>• Presenting today on behalf of David and myself</a:t>
            </a:r>
          </a:p>
          <a:p>
            <a:pPr/>
            <a:r>
              <a:rPr b="0" sz="1800"/>
              <a:t>• Last meeting we had reproduced OLMo-3-7B-Instruct-SFT and validated it with LLM-as-a-judge using OpenJury</a:t>
            </a:r>
          </a:p>
          <a:p>
            <a:pPr/>
            <a:r>
              <a:rPr b="0" sz="1800"/>
              <a:t>• Plan was to start continued SFT on mixes of English and EU-language data</a:t>
            </a:r>
          </a:p>
          <a:p>
            <a:pPr/>
            <a:r>
              <a:rPr b="0" sz="1800"/>
              <a:t>• This update covers what came out of that, plus a few new threads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— Multilingual SFT: language-ratio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501487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sz="1600"/>
              <a:t>• Continued SFT on different English / EU language ratios [1]</a:t>
            </a:r>
          </a:p>
          <a:p>
            <a:pPr/>
            <a:r>
              <a:rPr b="0" sz="1600"/>
              <a:t>• Replaying the base SFT's own English data prevents English forgetting</a:t>
            </a:r>
          </a:p>
          <a:p>
            <a:pPr/>
            <a:r>
              <a:rPr b="0" sz="1600"/>
              <a:t>• Sweet spot is around 75% English / 25% EU</a:t>
            </a:r>
          </a:p>
          <a:p>
            <a:pPr/>
            <a:r>
              <a:rPr b="0" sz="1600"/>
              <a:t>• Cross-lingual transfer is script-dependent (Romanian transfers, Greek does not)</a:t>
            </a:r>
          </a:p>
        </p:txBody>
      </p:sp>
      <p:pic>
        <p:nvPicPr>
          <p:cNvPr id="4" name="Picture 3" descr="fg_per_languag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1820245"/>
            <a:ext cx="5501487" cy="38575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— High-quality Dolci translations (gemma-3-27b-it)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501487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sz="1600"/>
              <a:t>• Switched our translated EU data from NLLB-distilled-600M to gemma-3-27b-it Dolci translations in 7 EU languages [2]</a:t>
            </a:r>
          </a:p>
          <a:p>
            <a:pPr/>
            <a:r>
              <a:rPr b="0" sz="1600"/>
              <a:t>• Two matched-compute SFT runs at 75/25 and 25/75 English-to-translated</a:t>
            </a:r>
          </a:p>
          <a:p>
            <a:pPr/>
            <a:r>
              <a:rPr b="0" sz="1600"/>
              <a:t>• Both improve non-English without sacrificing English — the headline result this round</a:t>
            </a:r>
          </a:p>
          <a:p>
            <a:pPr/>
            <a:r>
              <a:rPr b="0" sz="1600"/>
              <a:t>• Next: quality-filter the translated pool, then run the Think-SFT analogue</a:t>
            </a:r>
          </a:p>
        </p:txBody>
      </p:sp>
      <p:pic>
        <p:nvPicPr>
          <p:cNvPr id="4" name="Picture 3" descr="dolci_translated_per_language_e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2387561"/>
            <a:ext cx="5501487" cy="27229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— Qualitative completions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sz="1800"/>
              <a:t>• Public side-by-side viewer for the consortium [3]</a:t>
            </a:r>
          </a:p>
          <a:p>
            <a:pPr/>
            <a:r>
              <a:rPr b="0" sz="1800"/>
              <a:t>• 12 checkpoints × 7 EU languages × 698 LMArena prompts</a:t>
            </a:r>
          </a:p>
          <a:p>
            <a:pPr/>
            <a:r>
              <a:rPr b="0" sz="1800"/>
              <a:t>• Slider scrubs training progression in lockstep across the two SFT runs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— Datamix-9B Instruct SFT (OpenEuroLLM 9B alpha)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501487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sz="1600"/>
              <a:t>• First post-training of the OpenEuroLLM 9B alpha, same 75/25 SFT recipe as the OLMo runs [4]</a:t>
            </a:r>
          </a:p>
          <a:p>
            <a:pPr/>
            <a:r>
              <a:rPr b="0" sz="1600"/>
              <a:t>• At matched context length, beats our OLMo SFT on most non-English languages</a:t>
            </a:r>
          </a:p>
          <a:p>
            <a:pPr/>
            <a:r>
              <a:rPr b="0" sz="1600"/>
              <a:t>• Multilingual pretraining mix carries through into post-training</a:t>
            </a:r>
          </a:p>
          <a:p>
            <a:pPr/>
            <a:r>
              <a:rPr b="0" sz="1600"/>
              <a:t>• English still lags, primarily due to the alpha's 2048-token context limit</a:t>
            </a:r>
          </a:p>
        </p:txBody>
      </p:sp>
      <p:pic>
        <p:nvPicPr>
          <p:cNvPr id="4" name="Picture 3" descr="datamix_9b_per_language_elo_trunc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007" y="2387561"/>
            <a:ext cx="5501487" cy="27229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— JudgeArena (NeurIPS submission)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sz="1800"/>
              <a:t>• Open-source unified framework for LLM-judge evaluation [5]</a:t>
            </a:r>
          </a:p>
          <a:p>
            <a:pPr/>
            <a:r>
              <a:rPr b="0" sz="1800"/>
              <a:t>• Now covers AlpacaEval, Arena-Hard v0.1/v2.0, MT-Bench, m-Arena-Hard v0.1/v2.0 (23 languages)</a:t>
            </a:r>
          </a:p>
          <a:p>
            <a:pPr/>
            <a:r>
              <a:rPr b="0" sz="1800"/>
              <a:t>• Tuned open-weight judges match closed-model judges in meta-evaluations</a:t>
            </a:r>
          </a:p>
          <a:p>
            <a:pPr/>
            <a:r>
              <a:rPr b="0" sz="1800"/>
              <a:t>• New: simulated LMArena Elo from existing human annotations; fluency-completion mode for base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b="0" sz="1800"/>
              <a:t>• [1] multilingual_eu results: https://github.com/ferreirafabio/open-instruct/blob/main/oellm/experiments/multilingual_eu/results/multilingual_eu_results.md</a:t>
            </a:r>
          </a:p>
          <a:p>
            <a:pPr/>
            <a:r>
              <a:rPr b="0" sz="1800"/>
              <a:t>• [2] dolci_translated results: https://github.com/ferreirafabio/open-instruct/blob/main/oellm/experiments/multilingual_eu/results/dolci_translated_results.md</a:t>
            </a:r>
          </a:p>
          <a:p>
            <a:pPr/>
            <a:r>
              <a:rPr b="0" sz="1800"/>
              <a:t>• [3] Qualitative viewer: https://ferreirafabio.github.io/olmo3-multilingual-dolci-sft-progression/</a:t>
            </a:r>
          </a:p>
          <a:p>
            <a:pPr/>
            <a:r>
              <a:rPr b="0" sz="1800"/>
              <a:t>• [4] datamix_9b results: https://github.com/ferreirafabio/open-instruct/blob/main/oellm/experiments/multilingual_eu/results/datamix_9b_sft_results.md</a:t>
            </a:r>
          </a:p>
          <a:p>
            <a:pPr/>
            <a:r>
              <a:rPr b="0" sz="1800"/>
              <a:t>• [5] OpenJury / JudgeArena: https://github.com/OpenEuroLLM/OpenJury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