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LLMs4EU WP4 — 2026-04-28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**Presenter:** Fabio (David out)</a:t>
            </a:r>
          </a:p>
          <a:p>
            <a:r>
              <a:t>**Slides:** https://docs.google.com/presentation/d/17fm2S4wqtE3fFytk5wfrlrOcI_f1SOqhb_O6QKO4IfU/edit</a:t>
            </a:r>
          </a:p>
          <a:p>
            <a:r>
              <a:t>**References:**</a:t>
            </a:r>
          </a:p>
          <a:p>
            <a:r>
              <a:t>- [multilingual_eu Tracks A–F](https://github.com/ferreirafabio/open-instruct/blob/main/oellm/experiments/multilingual_eu/results/multilingual_eu_results.md)</a:t>
            </a:r>
          </a:p>
          <a:p>
            <a:r>
              <a:t>- [Dolci-Translated SFT (gemma-3-27b)](https://github.com/ferreirafabio/open-instruct/blob/main/oellm/experiments/multilingual_eu/results/dolci_translated_results.md)</a:t>
            </a:r>
          </a:p>
          <a:p>
            <a:r>
              <a:t>- [Datamix-9B Instruct SFT](https://github.com/ferreirafabio/open-instruct/blob/main/oellm/experiments/multilingual_eu/results/datamix_9b_sft_results.md)</a:t>
            </a:r>
          </a:p>
          <a:p>
            <a:r>
              <a:t>- [Qualitative viewer](https://ferreirafabio.github.io/olmo3-multilingual-dolci-sft-progression/)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 — Context: what this work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WP4 is exploring </a:t>
            </a:r>
            <a:r>
              <a:rPr b="1" sz="1800"/>
              <a:t>post-training recipes for European multilingual capability</a:t>
            </a:r>
            <a:r>
              <a:rPr b="0" sz="1800"/>
              <a:t> on top of strong open base models</a:t>
            </a:r>
          </a:p>
          <a:p>
            <a:pPr/>
            <a:r>
              <a:rPr b="0" sz="1800"/>
              <a:t>Starting point: a reproduced </a:t>
            </a:r>
            <a:r>
              <a:rPr b="1" sz="1800"/>
              <a:t>OLMo-3-7B Instruct-SFT</a:t>
            </a:r>
            <a:r>
              <a:rPr b="0" sz="1800"/>
              <a:t> baseline (we re-ran AllenAI's recipe to have a controllable starting checkpoint and intermediate ckpts)</a:t>
            </a:r>
          </a:p>
          <a:p>
            <a:pPr/>
            <a:r>
              <a:rPr b="0" sz="1800"/>
              <a:t>Core problem: the public Dolci SFT data is </a:t>
            </a:r>
            <a:r>
              <a:rPr b="1" sz="1800"/>
              <a:t>~93% English</a:t>
            </a:r>
            <a:r>
              <a:rPr b="0" sz="1800"/>
              <a:t> → straight SFT yields a strong English model with weak EU coverage</a:t>
            </a:r>
          </a:p>
          <a:p>
            <a:pPr/>
            <a:r>
              <a:rPr b="0" sz="1800"/>
              <a:t>Two-pronged plan:</a:t>
            </a:r>
          </a:p>
          <a:p>
            <a:pPr/>
            <a:r>
              <a:rPr b="1" sz="1800"/>
              <a:t>Continued SFT</a:t>
            </a:r>
            <a:r>
              <a:rPr b="0" sz="1800"/>
              <a:t> of the OLMo-3-7B Instruct checkpoint on English + EU mixes (this is what most of today's results are about)</a:t>
            </a:r>
          </a:p>
          <a:p>
            <a:pPr/>
            <a:r>
              <a:rPr b="0" sz="1800"/>
              <a:t>Apply the same recipe to the </a:t>
            </a:r>
            <a:r>
              <a:rPr b="1" sz="1800"/>
              <a:t>OpenEuroLLM 9B alpha</a:t>
            </a:r>
            <a:r>
              <a:rPr b="0" sz="1800"/>
              <a:t> (`datamix-9b-80-20`) once it lands, to see whether multilingual-pretraining + multilingual-SFT compound</a:t>
            </a:r>
          </a:p>
          <a:p>
            <a:pPr/>
            <a:r>
              <a:rPr b="0" sz="1800"/>
              <a:t>Evaluation throughout: </a:t>
            </a:r>
            <a:r>
              <a:rPr b="1" sz="1800"/>
              <a:t>LLM-as-a-judge with Qwen3.5-27B</a:t>
            </a:r>
            <a:r>
              <a:rPr b="0" sz="1800"/>
              <a:t>, LMArena-style Bradley–Terry Elo per language, run via our own open framework </a:t>
            </a:r>
            <a:r>
              <a:rPr b="1" sz="1800"/>
              <a:t>JudgeArena</a:t>
            </a:r>
            <a:r>
              <a:rPr b="0" sz="1800"/>
              <a:t> (NeurIPS submission in progress)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 — Today's update at a glance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Closed the multilingual_eu </a:t>
            </a:r>
            <a:r>
              <a:rPr b="1" sz="1800"/>
              <a:t>Tracks A–F</a:t>
            </a:r>
            <a:r>
              <a:rPr b="0" sz="1800"/>
              <a:t> sweep (English/EU ratio, data scale, English-replay)</a:t>
            </a:r>
          </a:p>
          <a:p>
            <a:pPr/>
            <a:r>
              <a:rPr b="0" sz="1800"/>
              <a:t>New runs on </a:t>
            </a:r>
            <a:r>
              <a:rPr b="1" sz="1800"/>
              <a:t>high-quality gemma-3-27b-it Dolci translations</a:t>
            </a:r>
            <a:r>
              <a:rPr b="0" sz="1800"/>
              <a:t> (vs. NLLB-distilled before)</a:t>
            </a:r>
          </a:p>
          <a:p>
            <a:pPr/>
            <a:r>
              <a:rPr b="0" sz="1800"/>
              <a:t>First </a:t>
            </a:r>
            <a:r>
              <a:rPr b="1" sz="1800"/>
              <a:t>Datamix-9B</a:t>
            </a:r>
            <a:r>
              <a:rPr b="0" sz="1800"/>
              <a:t> post-training results (the EuroLLM 9B alpha)</a:t>
            </a:r>
          </a:p>
          <a:p>
            <a:pPr/>
            <a:r>
              <a:rPr b="0" sz="1800"/>
              <a:t>Public </a:t>
            </a:r>
            <a:r>
              <a:rPr b="1" sz="1800"/>
              <a:t>qualitative completions viewer</a:t>
            </a:r>
            <a:r>
              <a:rPr b="0" sz="1800"/>
              <a:t> for the consortium and partners</a:t>
            </a:r>
          </a:p>
          <a:p>
            <a:pPr/>
            <a:r>
              <a:rPr b="1" sz="1800"/>
              <a:t>JudgeArena</a:t>
            </a:r>
            <a:r>
              <a:rPr b="0" sz="1800"/>
              <a:t> writeup in progress; new benchmarks integrated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 — Multilingual EU SFT: what we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800"/>
              <a:t>Replaying the base SFT's English data</a:t>
            </a:r>
            <a:r>
              <a:rPr b="0" sz="1800"/>
              <a:t> is the unlock: keeps English Elo at the baseline level (~950) instead of collapsing to ~770</a:t>
            </a:r>
          </a:p>
          <a:p>
            <a:pPr/>
            <a:r>
              <a:rPr b="1" sz="1800"/>
              <a:t>Sweet spot ≈ 75/25 English/EU</a:t>
            </a:r>
            <a:r>
              <a:rPr b="0" sz="1800"/>
              <a:t> for overall Elo across 12 EU langs; pure-EU collapses both English *and* EU</a:t>
            </a:r>
          </a:p>
          <a:p>
            <a:pPr/>
            <a:r>
              <a:rPr b="1" sz="1800"/>
              <a:t>Continued SFT itself causes English forgetting</a:t>
            </a:r>
            <a:r>
              <a:rPr b="0" sz="1800"/>
              <a:t> — even a 100% English continued-SFT (no EU at all) drops English Elo</a:t>
            </a:r>
          </a:p>
          <a:p>
            <a:pPr/>
            <a:r>
              <a:rPr b="1" sz="1800"/>
              <a:t>Cross-lingual transfer</a:t>
            </a:r>
            <a:r>
              <a:rPr b="0" sz="1800"/>
              <a:t>: Romanian (held-out, Latin script) transfers cleanly; Greek (different script) does not</a:t>
            </a:r>
          </a:p>
          <a:p>
            <a:pPr/>
            <a:r>
              <a:rPr b="0" sz="1800"/>
              <a:t>Net: the *source* of the English replay matters more than the exact ratio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 — Dolci-Translated SFT (the headline win)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New translated data: `openeurollm/Dolci-Instruct-SFT-translated` — </a:t>
            </a:r>
            <a:r>
              <a:rPr b="1" sz="1800"/>
              <a:t>gemma-3-27b-it</a:t>
            </a:r>
            <a:r>
              <a:rPr b="0" sz="1800"/>
              <a:t> translations of Dolci into 7 EU langs (cs, de, es, fi, fr, it, sv)</a:t>
            </a:r>
          </a:p>
          <a:p>
            <a:pPr/>
            <a:r>
              <a:rPr b="0" sz="1800"/>
              <a:t>Two ratios run </a:t>
            </a:r>
            <a:r>
              <a:rPr b="1" sz="1800"/>
              <a:t>at matched compute</a:t>
            </a:r>
            <a:r>
              <a:rPr b="0" sz="1800"/>
              <a:t> (same 2.87M samples × 2 epochs, identical hyperparams) so we isolate ratio from compute:</a:t>
            </a:r>
          </a:p>
          <a:p>
            <a:pPr/>
            <a:r>
              <a:rPr b="1" sz="1800"/>
              <a:t>75% English / 25% translated</a:t>
            </a:r>
            <a:r>
              <a:rPr b="0" sz="1800"/>
              <a:t> preserves English perfectly (within CI of baseline) and lifts non-English Elo from 697 → 755</a:t>
            </a:r>
          </a:p>
          <a:p>
            <a:pPr/>
            <a:r>
              <a:rPr b="1" sz="1800"/>
              <a:t>25% English / 75% translated</a:t>
            </a:r>
            <a:r>
              <a:rPr b="0" sz="1800"/>
              <a:t> wins on most non-English; </a:t>
            </a:r>
            <a:r>
              <a:rPr b="1" sz="1800"/>
              <a:t>Finnish +125 Elo</a:t>
            </a:r>
            <a:r>
              <a:rPr b="0" sz="1800"/>
              <a:t> over baseline; English costs ~37 pts</a:t>
            </a:r>
          </a:p>
          <a:p>
            <a:pPr/>
            <a:r>
              <a:rPr b="0" sz="1800"/>
              <a:t>High-quality MT closes the gap NLLB-distilled-600M couldn't — translation quality was the bottleneck</a:t>
            </a:r>
          </a:p>
          <a:p>
            <a:pPr/>
            <a:r>
              <a:rPr b="0" sz="1800"/>
              <a:t>Next: Konstantin's quality filter on the translated pool, then the Think-SFT analogue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 — Qualitative viewer for the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Public site: https://ferreirafabio.github.io/olmo3-multilingual-dolci-sft-progression/ (HF Space mirror)</a:t>
            </a:r>
          </a:p>
          <a:p>
            <a:pPr/>
            <a:r>
              <a:rPr b="0" sz="1800"/>
              <a:t>12 checkpoints (base / SFT-baseline / 75-en × 5 / 25-en × 5) × 7 EU langs × </a:t>
            </a:r>
            <a:r>
              <a:rPr b="1" sz="1800"/>
              <a:t>698 LMArena prompts</a:t>
            </a:r>
            <a:r>
              <a:rPr b="0" sz="1800"/>
              <a:t>, stratified by 9 LMArena category tags (math, IF, creativity, …)</a:t>
            </a:r>
          </a:p>
          <a:p>
            <a:pPr/>
            <a:r>
              <a:rPr b="0" sz="1800"/>
              <a:t>Slider scrubs training progression in lockstep across the two SFT runs; category-filter pills; dark/light theme</a:t>
            </a:r>
          </a:p>
          <a:p>
            <a:pPr/>
            <a:r>
              <a:rPr b="0" sz="1800"/>
              <a:t>Lets partners (e.g. AI Sweden) </a:t>
            </a:r>
            <a:r>
              <a:rPr b="1" sz="1800"/>
              <a:t>eyeball completion quality per language</a:t>
            </a:r>
            <a:r>
              <a:rPr b="0" sz="1800"/>
              <a:t> alongside the numerical Elo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 — Datamix-9B Instruct SFT (OpenEuroLLM 9B alpha)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First post-training of `openeurollm/datamix-9b-80-20` (Llama arch, Gemma tokenizer, 4B-token 80/20 multilingual pretraining)</a:t>
            </a:r>
          </a:p>
          <a:p>
            <a:pPr/>
            <a:r>
              <a:rPr b="0" sz="1800"/>
              <a:t>Same recipe as OLMo's 75/25-en mix, judged with Qwen3.5-27B (500 battles/lang)</a:t>
            </a:r>
          </a:p>
          <a:p>
            <a:pPr/>
            <a:r>
              <a:rPr b="1" sz="1800"/>
              <a:t>Beats our OLMo 75/25 on 4/7 non-English</a:t>
            </a:r>
            <a:r>
              <a:rPr b="0" sz="1800"/>
              <a:t> at fair 1024/1024 truncation: cs +100, de +50, fi +63, sv +34 Elo</a:t>
            </a:r>
          </a:p>
          <a:p>
            <a:pPr/>
            <a:r>
              <a:rPr b="1" sz="1800"/>
              <a:t>Czech 833±15</a:t>
            </a:r>
            <a:r>
              <a:rPr b="0" sz="1800"/>
              <a:t> — highest non-English Elo across all our SFTs → multilingual pretraining datamix carries through</a:t>
            </a:r>
          </a:p>
          <a:p>
            <a:pPr/>
            <a:r>
              <a:rPr b="0" sz="1800"/>
              <a:t>English weaker (2048 ctx limit, alpha pretraining); judge has mild brevity bias — reran OLMo at matched ctx for fairness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 — JudgeArena (NeurIPS)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Open-source unified framework for LLM-judge evaluation</a:t>
            </a:r>
          </a:p>
          <a:p>
            <a:pPr/>
            <a:r>
              <a:rPr b="0" sz="1800"/>
              <a:t>Benchmarks: AlpacaEval, Arena-Hard v0.1/v2.0, MT-Bench, </a:t>
            </a:r>
            <a:r>
              <a:rPr b="1" sz="1800"/>
              <a:t>m-Arena-Hard v0.1/v2.0</a:t>
            </a:r>
            <a:r>
              <a:rPr b="0" sz="1800"/>
              <a:t> (23 langs)</a:t>
            </a:r>
          </a:p>
          <a:p>
            <a:pPr/>
            <a:r>
              <a:rPr b="0" sz="1800"/>
              <a:t>Any vLLM / llama.cpp / OpenRouter model can be </a:t>
            </a:r>
            <a:r>
              <a:rPr b="1" sz="1800"/>
              <a:t>either contestant or judge</a:t>
            </a:r>
            <a:r>
              <a:rPr b="0" sz="1800"/>
              <a:t> — single interface, full reproducibility metadata</a:t>
            </a:r>
          </a:p>
          <a:p>
            <a:pPr/>
            <a:r>
              <a:rPr b="0" sz="1800"/>
              <a:t>Tuned </a:t>
            </a:r>
            <a:r>
              <a:rPr b="1" sz="1800"/>
              <a:t>open-weight judges</a:t>
            </a:r>
            <a:r>
              <a:rPr b="0" sz="1800"/>
              <a:t> match closed-model judges in meta-eval against human-preference data (EN + multilingual)</a:t>
            </a:r>
          </a:p>
          <a:p>
            <a:pPr/>
            <a:r>
              <a:rPr b="0" sz="1800"/>
              <a:t>New: </a:t>
            </a:r>
            <a:r>
              <a:rPr b="1" sz="1800"/>
              <a:t>simulated LMArena Elo</a:t>
            </a:r>
            <a:r>
              <a:rPr b="0" sz="1800"/>
              <a:t> by combining existing human annotations with LLM-judge eval of a target model — within ±MAE pts of LMArena (LOO over 20 models)</a:t>
            </a:r>
          </a:p>
          <a:p>
            <a:pPr/>
            <a:r>
              <a:rPr b="0" sz="1800"/>
              <a:t>Adds </a:t>
            </a:r>
            <a:r>
              <a:rPr b="1" sz="1800"/>
              <a:t>fluency-completion mode</a:t>
            </a:r>
            <a:r>
              <a:rPr b="0" sz="1800"/>
              <a:t> for evaluating *base* models (no chat template) in fi, fr, de, es, sv</a:t>
            </a:r>
          </a:p>
          <a:p>
            <a:pPr/>
            <a:r>
              <a:rPr b="0" sz="1800"/>
              <a:t>All numbers in this update were produced through this pipeline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0" sz="1800"/>
              <a:t>AI Sweden: status on Dolci-Instruct-SFT translations beyond the current 7 langs?</a:t>
            </a:r>
          </a:p>
          <a:p>
            <a:pPr/>
            <a:r>
              <a:rPr b="0" sz="1800"/>
              <a:t>Anyone want to plug additional benchmarks into JudgeArena before camera-ready?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