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LLMs4EU WP4: 2026-04-28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**Presenter:** Fabio (David out)</a:t>
            </a:r>
          </a:p>
          <a:p>
            <a:r>
              <a:t>**Slides:** https://docs.google.com/presentation/d/17fm2S4wqtE3fFytk5wfrlrOcI_f1SOqhb_O6QKO4IfU/edit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1: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800"/>
              <a:t>• Presenting today on behalf of David and myself</a:t>
            </a:r>
          </a:p>
          <a:p>
            <a:pPr/>
            <a:r>
              <a:rPr b="0" sz="1800"/>
              <a:t>• Last meeting we had reproduced OLMo-3-7B-Instruct-SFT and validated it with LLM-as-a-judge using OpenJury</a:t>
            </a:r>
          </a:p>
          <a:p>
            <a:pPr/>
            <a:r>
              <a:rPr b="0" sz="1800"/>
              <a:t>• Plan was to start continued SFT on mixes of English and EU-language data</a:t>
            </a:r>
          </a:p>
          <a:p>
            <a:pPr/>
            <a:r>
              <a:rPr b="0" sz="1800"/>
              <a:t>• This update covers what came out of that, plus a few new threads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2: Multilingual SFT, language-ratio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600"/>
              <a:t>• Heatmap: rows = SFT variants, columns = 12 eval languages, greener = higher Elo [1]</a:t>
            </a:r>
          </a:p>
          <a:p>
            <a:pPr/>
            <a:r>
              <a:rPr b="0" sz="1600"/>
              <a:t>• Takeaway: only Dolci-replay variants (D/E) keep English green without giving up EU; sweet spot ≈ 75/25</a:t>
            </a:r>
          </a:p>
        </p:txBody>
      </p:sp>
      <p:pic>
        <p:nvPicPr>
          <p:cNvPr id="4" name="Picture 3" descr="fg_per_languag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007" y="1820245"/>
            <a:ext cx="5501487" cy="38575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3: High-quality Dolci translations (gemma-3-27b-it)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600"/>
              <a:t>• gemma-3-27b-it translations of Dolci-Instruct-SFT in 7 EU languages, replacing NLLB-600M [2]</a:t>
            </a:r>
          </a:p>
          <a:p>
            <a:pPr/>
            <a:r>
              <a:rPr b="0" sz="1600"/>
              <a:t>• Drops the Tracks A-F mixture (WildChat / lmsys / oasst2 / fusion-synth) to isolate translation quality</a:t>
            </a:r>
          </a:p>
          <a:p>
            <a:pPr/>
            <a:r>
              <a:rPr b="0" sz="1600"/>
              <a:t>• Both 75/25 and 25/75 runs improve non-English without sacrificing English (headline result)</a:t>
            </a:r>
          </a:p>
        </p:txBody>
      </p:sp>
      <p:pic>
        <p:nvPicPr>
          <p:cNvPr id="4" name="Picture 3" descr="dolci_translated_per_language_e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007" y="2387561"/>
            <a:ext cx="5501487" cy="27229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4: Qualitative completions viewer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800"/>
              <a:t>• Public web tool that </a:t>
            </a:r>
            <a:r>
              <a:rPr b="1" sz="1800"/>
              <a:t>qualitatively compares model outputs</a:t>
            </a:r>
            <a:r>
              <a:rPr b="0" sz="1800"/>
              <a:t> side-by-side across SFT progress, dataset mixtures (75/25 vs 25/75), and the pre-SFT base, all on the same prompt</a:t>
            </a:r>
          </a:p>
          <a:p>
            <a:pPr/>
            <a:r>
              <a:rPr b="0" sz="1800"/>
              <a:t>• 12 checkpoints × 7 EU languages × 698 LMArena prompts; slider scrubs training in lockstep</a:t>
            </a:r>
          </a:p>
          <a:p>
            <a:pPr/>
            <a:r>
              <a:rPr b="0" sz="1800"/>
              <a:t>• Open the viewer [3]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5: Datamix-9B Instruct SFT (OpenEuroLLM 9B alpha)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600"/>
              <a:t>• First post-training of the OpenEuroLLM 9B alpha, same 75/25 SFT recipe as our OLMo runs [4]</a:t>
            </a:r>
          </a:p>
          <a:p>
            <a:pPr/>
            <a:r>
              <a:rPr b="0" sz="1600"/>
              <a:t>• </a:t>
            </a:r>
            <a:r>
              <a:rPr b="1" sz="1600"/>
              <a:t>Takeaway:</a:t>
            </a:r>
            <a:r>
              <a:rPr b="0" sz="1600"/>
              <a:t> already a very strong SFT basis. Beats our OLMo SFT on most non-English at matched context, </a:t>
            </a:r>
            <a:r>
              <a:rPr b="1" sz="1600"/>
              <a:t>without any context-length extension yet</a:t>
            </a:r>
            <a:r>
              <a:rPr b="0" sz="1600"/>
              <a:t>. Very promising for what comes after extension</a:t>
            </a:r>
          </a:p>
          <a:p>
            <a:pPr/>
            <a:r>
              <a:rPr b="0" sz="1600"/>
              <a:t>• English still lags due to the alpha's 2048-token context limit</a:t>
            </a:r>
          </a:p>
        </p:txBody>
      </p:sp>
      <p:pic>
        <p:nvPicPr>
          <p:cNvPr id="4" name="Picture 3" descr="datamix_9b_per_language_elo_trunc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007" y="2387561"/>
            <a:ext cx="5501487" cy="27229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6: JudgeArena (NeurIPS submission)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800"/>
              <a:t>• Open-source unified LLM-judge framework [5], covering AlpacaEval, Arena-Hard v0.1/v2.0, MT-Bench, m-Arena-Hard v0.1/v2.0 (23 langs)</a:t>
            </a:r>
          </a:p>
          <a:p>
            <a:pPr/>
            <a:r>
              <a:rPr b="0" sz="1800"/>
              <a:t>• Tuned open-weight judges match closed-model judges in meta-eval</a:t>
            </a:r>
          </a:p>
          <a:p>
            <a:pPr/>
            <a:r>
              <a:rPr b="0" sz="1800"/>
              <a:t>• New: simulated LMArena Elo from human annotations + fluency mode for base models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800"/>
              <a:t>• [1] multilingual_eu results: https://github.com/ferreirafabio/open-instruct/blob/main/oellm/experiments/multilingual_eu/results/multilingual_eu_results.md</a:t>
            </a:r>
          </a:p>
          <a:p>
            <a:pPr/>
            <a:r>
              <a:rPr b="0" sz="1800"/>
              <a:t>• [2] dolci_translated results: https://github.com/ferreirafabio/open-instruct/blob/main/oellm/experiments/multilingual_eu/results/dolci_translated_results.md</a:t>
            </a:r>
          </a:p>
          <a:p>
            <a:pPr/>
            <a:r>
              <a:rPr b="0" sz="1800"/>
              <a:t>• [3] Qualitative viewer: https://ferreirafabio.github.io/olmo3-multilingual-dolci-sft-progression/</a:t>
            </a:r>
          </a:p>
          <a:p>
            <a:pPr/>
            <a:r>
              <a:rPr b="0" sz="1800"/>
              <a:t>• [4] datamix_9b results: https://github.com/ferreirafabio/open-instruct/blob/main/oellm/experiments/multilingual_eu/results/datamix_9b_sft_results.md</a:t>
            </a:r>
          </a:p>
          <a:p>
            <a:pPr/>
            <a:r>
              <a:rPr b="0" sz="1800"/>
              <a:t>• [5] OpenJury / JudgeArena: https://github.com/OpenEuroLLM/OpenJury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